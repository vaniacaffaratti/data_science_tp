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21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Resultados propios sobre conjunto de test: gráficos de Lift, Gain y KS provistos por la usuaria en la conversación.
- Consigna del trabajo: análisis gráfico mediante lift and gain charts sobre predicciones obtenidas en test para el modelo y umbral seleccionado.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22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Lift &amp; Gain Charts | Random Forest cost-sensitive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8912" y="6583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sobre test ordenando transacciones por probabilidad estimada de fraude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4290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67512" y="134416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1513612"/>
            <a:ext cx="290779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concentra casi toda la detección de fraude en el primer decil de riesgo.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7512" y="26883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9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~99%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706624"/>
            <a:ext cx="187452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Fraudes capturados revisando el 10% de mayor riesgo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67512" y="33467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9,8x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364992"/>
            <a:ext cx="187452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en el primer decil frente a selección aleatoria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67512" y="4005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2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~89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4023360"/>
            <a:ext cx="187452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 máximo observado en el primer decil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114800" y="1069848"/>
            <a:ext cx="74797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9F2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4" name="Image 0" descr="/mnt/data/image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251639"/>
            <a:ext cx="7242048" cy="376950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" y="5486400"/>
            <a:ext cx="11183112" cy="804672"/>
          </a:xfrm>
          <a:prstGeom prst="rect">
            <a:avLst/>
          </a:prstGeom>
          <a:solidFill>
            <a:srgbClr val="262262"/>
          </a:solidFill>
          <a:ln w="12700">
            <a:solidFill>
              <a:srgbClr val="26226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713232" y="56509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Accionable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148840" y="5623560"/>
            <a:ext cx="9098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la revisión del primer decil de riesgo: permite capturar aproximadamente el 99% de los fraudes con un volumen acotado de operaciones.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Lectura: el modelo ordena transacciones por probabilidad estimada de fraude; Random es la selección aleatoria y Wizard el ordenamiento perfecto.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Presentación de PowerPoint</vt:lpstr>
    </vt:vector>
  </TitlesOfParts>
  <Company>Workspace - Grupo Depetris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Lift y Gain</dc:title>
  <dc:subject>Lift, Gain y KS - Random Forest cost-sensitive</dc:subject>
  <dc:creator>OpenAI</dc:creator>
  <cp:lastModifiedBy>Valentina Rattini</cp:lastModifiedBy>
  <cp:revision>2</cp:revision>
  <dcterms:created xsi:type="dcterms:W3CDTF">2026-09-26T00:19:13Z</dcterms:created>
  <dcterms:modified xsi:type="dcterms:W3CDTF">2026-09-26T00:32:26Z</dcterms:modified>
</cp:coreProperties>
</file>